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Examen secret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" y="150"/>
            <a:ext cx="400" cy="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Nom de l'eleve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