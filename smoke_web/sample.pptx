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Titre conserve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" y="140"/>
            <a:ext cx="420" cy="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Texte de slide a conserver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